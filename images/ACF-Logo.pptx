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8" r:id="rId2"/>
    <p:sldId id="257" r:id="rId3"/>
  </p:sldIdLst>
  <p:sldSz cx="1828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55" d="100"/>
          <a:sy n="55" d="100"/>
        </p:scale>
        <p:origin x="51" y="3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122363"/>
            <a:ext cx="13716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3602038"/>
            <a:ext cx="13716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BE1B5-2B18-4931-A5A0-A507026F412B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2B378-CE91-4165-B0A3-9F04ED17CA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527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BE1B5-2B18-4931-A5A0-A507026F412B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2B378-CE91-4165-B0A3-9F04ED17CA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168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1709739"/>
            <a:ext cx="157734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4589464"/>
            <a:ext cx="157734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BE1B5-2B18-4931-A5A0-A507026F412B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2B378-CE91-4165-B0A3-9F04ED17CA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72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1825625"/>
            <a:ext cx="77724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1825625"/>
            <a:ext cx="77724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BE1B5-2B18-4931-A5A0-A507026F412B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2B378-CE91-4165-B0A3-9F04ED17CA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168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365126"/>
            <a:ext cx="157734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3" y="1681163"/>
            <a:ext cx="773668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3" y="2505075"/>
            <a:ext cx="773668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1681163"/>
            <a:ext cx="777478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2505075"/>
            <a:ext cx="777478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BE1B5-2B18-4931-A5A0-A507026F412B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2B378-CE91-4165-B0A3-9F04ED17CA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474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BE1B5-2B18-4931-A5A0-A507026F412B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2B378-CE91-4165-B0A3-9F04ED17CA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683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BE1B5-2B18-4931-A5A0-A507026F412B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2B378-CE91-4165-B0A3-9F04ED17CA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022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457200"/>
            <a:ext cx="589835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987426"/>
            <a:ext cx="92583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2057400"/>
            <a:ext cx="589835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BE1B5-2B18-4931-A5A0-A507026F412B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2B378-CE91-4165-B0A3-9F04ED17CA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69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457200"/>
            <a:ext cx="589835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987426"/>
            <a:ext cx="92583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2057400"/>
            <a:ext cx="589835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BE1B5-2B18-4931-A5A0-A507026F412B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2B378-CE91-4165-B0A3-9F04ED17CA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641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BE1B5-2B18-4931-A5A0-A507026F412B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2B378-CE91-4165-B0A3-9F04ED17CA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422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365125"/>
            <a:ext cx="394335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65125"/>
            <a:ext cx="1160145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BE1B5-2B18-4931-A5A0-A507026F412B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2B378-CE91-4165-B0A3-9F04ED17CA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026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365126"/>
            <a:ext cx="15773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1825625"/>
            <a:ext cx="15773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5BE1B5-2B18-4931-A5A0-A507026F412B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6356351"/>
            <a:ext cx="6172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62B378-CE91-4165-B0A3-9F04ED17CA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835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02AA0F0-324B-E462-DBFE-1B58671B2C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479" y="1397648"/>
            <a:ext cx="5647928" cy="133353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0A4789D-DA03-05B8-6D7B-AB6B11E8D731}"/>
              </a:ext>
            </a:extLst>
          </p:cNvPr>
          <p:cNvSpPr txBox="1"/>
          <p:nvPr/>
        </p:nvSpPr>
        <p:spPr>
          <a:xfrm>
            <a:off x="8239539" y="357809"/>
            <a:ext cx="8810232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0" b="1" dirty="0">
                <a:latin typeface="Segoe UI" panose="020B0502040204020203" pitchFamily="34" charset="0"/>
                <a:cs typeface="Segoe UI" panose="020B0502040204020203" pitchFamily="34" charset="0"/>
              </a:rPr>
              <a:t>AI &amp; Compute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B4D81DB-305E-B610-42BF-2BBD21F819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4468" y="2064418"/>
            <a:ext cx="9116697" cy="1831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936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8C8A1DE-7655-49C6-21D1-B348A38A7C63}"/>
              </a:ext>
            </a:extLst>
          </p:cNvPr>
          <p:cNvSpPr/>
          <p:nvPr/>
        </p:nvSpPr>
        <p:spPr>
          <a:xfrm>
            <a:off x="10298880" y="394889"/>
            <a:ext cx="7383894" cy="163121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10000" b="1" dirty="0">
                <a:ln/>
                <a:solidFill>
                  <a:srgbClr val="0070C0"/>
                </a:solidFill>
              </a:rPr>
              <a:t>&amp; Compute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417BA0-75B1-FEBA-A3F5-AA4C6ED4117E}"/>
              </a:ext>
            </a:extLst>
          </p:cNvPr>
          <p:cNvSpPr/>
          <p:nvPr/>
        </p:nvSpPr>
        <p:spPr>
          <a:xfrm>
            <a:off x="8606571" y="2025102"/>
            <a:ext cx="8627881" cy="101566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endParaRPr lang="en-US" sz="6000" b="1" spc="3000" dirty="0">
              <a:ln/>
              <a:solidFill>
                <a:srgbClr val="0070C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5AB69C-0102-5A3F-CB92-D7E13870CAEE}"/>
              </a:ext>
            </a:extLst>
          </p:cNvPr>
          <p:cNvSpPr/>
          <p:nvPr/>
        </p:nvSpPr>
        <p:spPr>
          <a:xfrm>
            <a:off x="8303174" y="2025102"/>
            <a:ext cx="9635974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6000" b="1" spc="3000" dirty="0">
                <a:ln/>
                <a:solidFill>
                  <a:srgbClr val="0070C0"/>
                </a:solidFill>
              </a:rPr>
              <a:t>FOUNDATION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C799571-9A3C-5286-CA4E-9AAEDF0889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505" y="925134"/>
            <a:ext cx="6111945" cy="144309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54D3BB0-789F-415D-153F-2F7665B57F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7606" y="561082"/>
            <a:ext cx="1794747" cy="1298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0090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194</TotalTime>
  <Words>6</Words>
  <Application>Microsoft Office PowerPoint</Application>
  <PresentationFormat>Custom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Segoe UI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CQ Tang</dc:creator>
  <cp:lastModifiedBy>CQ Tang</cp:lastModifiedBy>
  <cp:revision>8</cp:revision>
  <cp:lastPrinted>2026-03-01T08:25:12Z</cp:lastPrinted>
  <dcterms:created xsi:type="dcterms:W3CDTF">2026-03-01T07:36:49Z</dcterms:created>
  <dcterms:modified xsi:type="dcterms:W3CDTF">2026-03-01T17:34:07Z</dcterms:modified>
</cp:coreProperties>
</file>